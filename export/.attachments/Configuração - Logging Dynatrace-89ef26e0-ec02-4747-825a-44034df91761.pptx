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0"/>
  </p:notesMasterIdLst>
  <p:handoutMasterIdLst>
    <p:handoutMasterId r:id="rId11"/>
  </p:handoutMasterIdLst>
  <p:sldIdLst>
    <p:sldId id="421" r:id="rId5"/>
    <p:sldId id="437" r:id="rId6"/>
    <p:sldId id="438" r:id="rId7"/>
    <p:sldId id="460" r:id="rId8"/>
    <p:sldId id="462" r:id="rId9"/>
  </p:sldIdLst>
  <p:sldSz cx="9906000" cy="6858000" type="A4"/>
  <p:notesSz cx="7099300" cy="10234613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64">
          <p15:clr>
            <a:srgbClr val="A4A3A4"/>
          </p15:clr>
        </p15:guide>
        <p15:guide id="2" orient="horz" pos="3984">
          <p15:clr>
            <a:srgbClr val="A4A3A4"/>
          </p15:clr>
        </p15:guide>
        <p15:guide id="3" pos="2208">
          <p15:clr>
            <a:srgbClr val="A4A3A4"/>
          </p15:clr>
        </p15:guide>
        <p15:guide id="4" pos="4224">
          <p15:clr>
            <a:srgbClr val="A4A3A4"/>
          </p15:clr>
        </p15:guide>
        <p15:guide id="5" pos="5856">
          <p15:clr>
            <a:srgbClr val="A4A3A4"/>
          </p15:clr>
        </p15:guide>
        <p15:guide id="6" pos="192">
          <p15:clr>
            <a:srgbClr val="A4A3A4"/>
          </p15:clr>
        </p15:guide>
        <p15:guide id="7" pos="206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E96"/>
    <a:srgbClr val="EEC100"/>
    <a:srgbClr val="333333"/>
    <a:srgbClr val="E2E2E2"/>
    <a:srgbClr val="006479"/>
    <a:srgbClr val="E3F0E8"/>
    <a:srgbClr val="E3FFE8"/>
    <a:srgbClr val="C0FFE8"/>
    <a:srgbClr val="5F5F5F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Destaqu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Estilo Claro 2 - Destaqu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Estilo Médio 1 - Destaqu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D113A9D2-9D6B-4929-AA2D-F23B5EE8CBE7}" styleName="Estilo com Tema 2 - Destaque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C2FFA5D-87B4-456A-9821-1D502468CF0F}" styleName="Estilo com Tema 1 - Destaqu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Estilo Claro 3 - Destaque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E25E649-3F16-4E02-A733-19D2CDBF48F0}" styleName="Estilo Médio 3 - Destaque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Estilo Médio 4 - Destaqu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F5AB1C69-6EDB-4FF4-983F-18BD219EF322}" styleName="Estilo Médio 2 - Destaqu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B4B98B0-60AC-42C2-AFA5-B58CD77FA1E5}" styleName="Estilo Claro 1 - Destaqu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712" autoAdjust="0"/>
  </p:normalViewPr>
  <p:slideViewPr>
    <p:cSldViewPr snapToGrid="0">
      <p:cViewPr varScale="1">
        <p:scale>
          <a:sx n="108" d="100"/>
          <a:sy n="108" d="100"/>
        </p:scale>
        <p:origin x="1446" y="102"/>
      </p:cViewPr>
      <p:guideLst>
        <p:guide orient="horz" pos="2064"/>
        <p:guide orient="horz" pos="3984"/>
        <p:guide pos="2208"/>
        <p:guide pos="4224"/>
        <p:guide pos="5856"/>
        <p:guide pos="192"/>
        <p:guide pos="2064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</p:sldLst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3.xml"/><Relationship Id="rId2" Type="http://schemas.openxmlformats.org/officeDocument/2006/relationships/slide" Target="slides/slide2.xml"/><Relationship Id="rId1" Type="http://schemas.openxmlformats.org/officeDocument/2006/relationships/slide" Target="slides/slide1.xml"/><Relationship Id="rId4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3076473" cy="5133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392" tIns="47195" rIns="94392" bIns="47195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82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92" y="1"/>
            <a:ext cx="3076473" cy="5133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392" tIns="47195" rIns="94392" bIns="47195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82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719602"/>
            <a:ext cx="3076473" cy="5133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392" tIns="47195" rIns="94392" bIns="47195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82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92" y="9719602"/>
            <a:ext cx="3076473" cy="5133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392" tIns="47195" rIns="94392" bIns="47195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19A51EDF-C9D4-4C73-83EA-D076C35C4405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9617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307647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392" tIns="47195" rIns="94392" bIns="47195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92" y="1"/>
            <a:ext cx="307647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392" tIns="47195" rIns="94392" bIns="47195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37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77875" y="768350"/>
            <a:ext cx="554355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10586" y="4861442"/>
            <a:ext cx="5678130" cy="46055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392" tIns="47195" rIns="94392" bIns="4719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63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719602"/>
            <a:ext cx="3076473" cy="5133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392" tIns="47195" rIns="94392" bIns="47195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63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92" y="9719602"/>
            <a:ext cx="3076473" cy="5133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392" tIns="47195" rIns="94392" bIns="47195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9A5BBFDF-6465-48A6-BFC2-EBE178D0AC29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21877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352800" y="3333750"/>
            <a:ext cx="5943600" cy="1085850"/>
          </a:xfrm>
        </p:spPr>
        <p:txBody>
          <a:bodyPr lIns="0" tIns="0" rIns="0" bIns="0" anchor="t"/>
          <a:lstStyle>
            <a:lvl1pPr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356"/>
          <a:stretch/>
        </p:blipFill>
        <p:spPr>
          <a:xfrm>
            <a:off x="-5992" y="0"/>
            <a:ext cx="9906000" cy="6563474"/>
          </a:xfrm>
          <a:prstGeom prst="rect">
            <a:avLst/>
          </a:prstGeom>
        </p:spPr>
      </p:pic>
      <p:sp>
        <p:nvSpPr>
          <p:cNvPr id="5" name="Rectangle 4"/>
          <p:cNvSpPr/>
          <p:nvPr userDrawn="1"/>
        </p:nvSpPr>
        <p:spPr bwMode="auto">
          <a:xfrm>
            <a:off x="304800" y="4876800"/>
            <a:ext cx="1981200" cy="3810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P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7E9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143000"/>
            <a:ext cx="8610600" cy="4953000"/>
          </a:xfrm>
        </p:spPr>
        <p:txBody>
          <a:bodyPr/>
          <a:lstStyle>
            <a:lvl1pPr marL="342900" indent="-342900">
              <a:buClr>
                <a:srgbClr val="007E96"/>
              </a:buClr>
              <a:buSzPct val="140000"/>
              <a:buFont typeface="Wingdings" panose="05000000000000000000" pitchFamily="2" charset="2"/>
              <a:buChar char="§"/>
              <a:defRPr/>
            </a:lvl1pPr>
            <a:lvl2pPr marL="742950" indent="-285750">
              <a:buClr>
                <a:srgbClr val="007E96"/>
              </a:buClr>
              <a:buSzPct val="110000"/>
              <a:buFont typeface="Arial" pitchFamily="34" charset="0"/>
              <a:buChar char="•"/>
              <a:defRPr>
                <a:solidFill>
                  <a:srgbClr val="333333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43800" y="6400800"/>
            <a:ext cx="2133600" cy="365125"/>
          </a:xfrm>
          <a:prstGeom prst="rect">
            <a:avLst/>
          </a:prstGeom>
        </p:spPr>
        <p:txBody>
          <a:bodyPr/>
          <a:lstStyle>
            <a:lvl1pPr algn="r">
              <a:defRPr sz="105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ECDA1150-83F3-4617-A541-A5EC45BE0538}" type="slidenum">
              <a:rPr lang="pt-PT" smtClean="0"/>
              <a:pPr/>
              <a:t>‹nº›</a:t>
            </a:fld>
            <a:endParaRPr lang="pt-P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7E9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8888" y="1140702"/>
            <a:ext cx="4076700" cy="4525963"/>
          </a:xfrm>
        </p:spPr>
        <p:txBody>
          <a:bodyPr/>
          <a:lstStyle>
            <a:lvl1pPr marL="342900" indent="-342900">
              <a:buClr>
                <a:srgbClr val="007E96"/>
              </a:buClr>
              <a:buSzPct val="140000"/>
              <a:buFont typeface="Wingdings" panose="05000000000000000000" pitchFamily="2" charset="2"/>
              <a:buChar char="§"/>
              <a:defRPr sz="2000"/>
            </a:lvl1pPr>
            <a:lvl2pPr marL="800100" indent="-342900">
              <a:buClr>
                <a:srgbClr val="007E96"/>
              </a:buClr>
              <a:buSzPct val="120000"/>
              <a:buFont typeface="Wingdings" panose="05000000000000000000" pitchFamily="2" charset="2"/>
              <a:buNone/>
              <a:defRPr lang="en-US" sz="2000" dirty="0" smtClean="0">
                <a:solidFill>
                  <a:srgbClr val="333333"/>
                </a:solidFill>
                <a:latin typeface="+mn-lt"/>
              </a:defRPr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5852" y="1140702"/>
            <a:ext cx="4076700" cy="4525963"/>
          </a:xfrm>
        </p:spPr>
        <p:txBody>
          <a:bodyPr/>
          <a:lstStyle>
            <a:lvl1pPr marL="342900" indent="-342900">
              <a:defRPr lang="en-US" sz="2000" dirty="0" smtClean="0">
                <a:solidFill>
                  <a:srgbClr val="777777"/>
                </a:solidFill>
                <a:latin typeface="+mn-lt"/>
                <a:ea typeface="+mn-ea"/>
                <a:cs typeface="+mn-cs"/>
              </a:defRPr>
            </a:lvl1pPr>
            <a:lvl2pPr marL="742950" indent="-285750">
              <a:defRPr lang="en-US" sz="2000" dirty="0" smtClean="0">
                <a:solidFill>
                  <a:srgbClr val="333333"/>
                </a:solidFill>
                <a:latin typeface="+mn-lt"/>
              </a:defRPr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342900" lvl="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7E96"/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/>
              <a:t>Click to edit Master text styles</a:t>
            </a:r>
          </a:p>
          <a:p>
            <a:pPr marL="342900" lvl="1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7E96"/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/>
              <a:t>Second level</a:t>
            </a:r>
          </a:p>
          <a:p>
            <a:pPr marL="342900" lvl="2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7E96"/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/>
              <a:t>Third level</a:t>
            </a:r>
          </a:p>
          <a:p>
            <a:pPr marL="342900" lvl="3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7E96"/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/>
              <a:t>Fourth level</a:t>
            </a:r>
          </a:p>
          <a:p>
            <a:pPr marL="342900" lvl="4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7E96"/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/>
              <a:t>Fifth level</a:t>
            </a:r>
            <a:endParaRPr lang="pt-PT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43800" y="6400800"/>
            <a:ext cx="2133600" cy="365125"/>
          </a:xfrm>
          <a:prstGeom prst="rect">
            <a:avLst/>
          </a:prstGeom>
        </p:spPr>
        <p:txBody>
          <a:bodyPr/>
          <a:lstStyle>
            <a:lvl1pPr algn="r">
              <a:defRPr sz="105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ECDA1150-83F3-4617-A541-A5EC45BE0538}" type="slidenum">
              <a:rPr lang="pt-PT" smtClean="0"/>
              <a:pPr/>
              <a:t>‹nº›</a:t>
            </a:fld>
            <a:endParaRPr lang="pt-P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256" y="1137965"/>
            <a:ext cx="4187544" cy="614635"/>
          </a:xfrm>
          <a:gradFill rotWithShape="1">
            <a:gsLst>
              <a:gs pos="0">
                <a:srgbClr val="007E96"/>
              </a:gs>
              <a:gs pos="50000">
                <a:srgbClr val="0099B8"/>
              </a:gs>
              <a:gs pos="100000">
                <a:srgbClr val="004755"/>
              </a:gs>
            </a:gsLst>
            <a:lin ang="5400000" scaled="1"/>
          </a:gradFill>
          <a:ln w="9525" algn="ctr">
            <a:noFill/>
            <a:round/>
            <a:headEnd/>
            <a:tailEnd/>
          </a:ln>
        </p:spPr>
        <p:txBody>
          <a:bodyPr lIns="0" tIns="0" rIns="0" bIns="0" anchor="ctr"/>
          <a:lstStyle>
            <a:lvl1pPr marL="177800" indent="0" algn="l" defTabSz="895350" rtl="0" fontAlgn="base">
              <a:spcBef>
                <a:spcPct val="20000"/>
              </a:spcBef>
              <a:spcAft>
                <a:spcPct val="0"/>
              </a:spcAft>
              <a:buSzPct val="80000"/>
              <a:buNone/>
              <a:defRPr lang="en-US" sz="2000" kern="1200" dirty="0" smtClean="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9256" y="1888404"/>
            <a:ext cx="4187544" cy="4179888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sz="1600" dirty="0" smtClean="0"/>
            </a:lvl3pPr>
            <a:lvl4pPr>
              <a:defRPr lang="en-US" sz="1400" dirty="0" smtClean="0"/>
            </a:lvl4pPr>
            <a:lvl5pPr>
              <a:defRPr lang="pt-PT" sz="1400" dirty="0"/>
            </a:lvl5pPr>
          </a:lstStyle>
          <a:p>
            <a:pPr lvl="0">
              <a:buClr>
                <a:srgbClr val="007E96"/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/>
              <a:t>Click to edit Master text styles</a:t>
            </a:r>
          </a:p>
          <a:p>
            <a:pPr lvl="1">
              <a:buClr>
                <a:srgbClr val="007E96"/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/>
              <a:t>Second level</a:t>
            </a:r>
          </a:p>
          <a:p>
            <a:pPr lvl="2">
              <a:buClr>
                <a:srgbClr val="007E96"/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/>
              <a:t>Third level</a:t>
            </a:r>
          </a:p>
          <a:p>
            <a:pPr lvl="3">
              <a:buClr>
                <a:srgbClr val="007E96"/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/>
              <a:t>Fourth level</a:t>
            </a:r>
          </a:p>
          <a:p>
            <a:pPr lvl="4">
              <a:buClr>
                <a:srgbClr val="007E96"/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/>
              <a:t>Fifth level</a:t>
            </a:r>
            <a:endParaRPr lang="pt-PT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226333" y="1137965"/>
            <a:ext cx="4222467" cy="614635"/>
          </a:xfrm>
          <a:gradFill rotWithShape="1">
            <a:gsLst>
              <a:gs pos="0">
                <a:srgbClr val="007E96"/>
              </a:gs>
              <a:gs pos="50000">
                <a:srgbClr val="0099B8"/>
              </a:gs>
              <a:gs pos="100000">
                <a:srgbClr val="004755"/>
              </a:gs>
            </a:gsLst>
            <a:lin ang="5400000" scaled="1"/>
          </a:gradFill>
          <a:ln w="9525" algn="ctr">
            <a:noFill/>
            <a:round/>
            <a:headEnd/>
            <a:tailEnd/>
          </a:ln>
        </p:spPr>
        <p:txBody>
          <a:bodyPr lIns="0" tIns="0" rIns="0" bIns="0" anchor="ctr"/>
          <a:lstStyle>
            <a:lvl1pPr marL="177800" indent="0" algn="l" defTabSz="895350" rtl="0" fontAlgn="base">
              <a:spcBef>
                <a:spcPct val="20000"/>
              </a:spcBef>
              <a:spcAft>
                <a:spcPct val="0"/>
              </a:spcAft>
              <a:buSzPct val="80000"/>
              <a:buNone/>
              <a:defRPr lang="en-US" sz="2000" kern="1200" dirty="0" smtClean="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177800" lvl="0" indent="0" algn="l" defTabSz="895350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226333" y="1888404"/>
            <a:ext cx="4222467" cy="4179888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sz="1600" dirty="0" smtClean="0"/>
            </a:lvl3pPr>
            <a:lvl4pPr>
              <a:defRPr lang="en-US" sz="1400" dirty="0" smtClean="0"/>
            </a:lvl4pPr>
            <a:lvl5pPr>
              <a:defRPr lang="pt-PT" sz="1400" dirty="0"/>
            </a:lvl5pPr>
          </a:lstStyle>
          <a:p>
            <a:pPr lvl="0">
              <a:buClr>
                <a:srgbClr val="007E96"/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/>
              <a:t>Click to edit Master text styles</a:t>
            </a:r>
          </a:p>
          <a:p>
            <a:pPr lvl="1">
              <a:buClr>
                <a:srgbClr val="007E96"/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/>
              <a:t>Second level</a:t>
            </a:r>
          </a:p>
          <a:p>
            <a:pPr lvl="2">
              <a:buClr>
                <a:srgbClr val="007E96"/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/>
              <a:t>Third level</a:t>
            </a:r>
          </a:p>
          <a:p>
            <a:pPr lvl="3">
              <a:buClr>
                <a:srgbClr val="007E96"/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/>
              <a:t>Fourth level</a:t>
            </a:r>
          </a:p>
          <a:p>
            <a:pPr lvl="4">
              <a:buClr>
                <a:srgbClr val="007E96"/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/>
              <a:t>Fifth level</a:t>
            </a:r>
            <a:endParaRPr lang="pt-PT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30188" y="142877"/>
            <a:ext cx="8915400" cy="487363"/>
          </a:xfrm>
        </p:spPr>
        <p:txBody>
          <a:bodyPr/>
          <a:lstStyle>
            <a:lvl1pPr>
              <a:defRPr>
                <a:solidFill>
                  <a:srgbClr val="007E9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7543800" y="6400800"/>
            <a:ext cx="2133600" cy="365125"/>
          </a:xfrm>
          <a:prstGeom prst="rect">
            <a:avLst/>
          </a:prstGeom>
        </p:spPr>
        <p:txBody>
          <a:bodyPr/>
          <a:lstStyle>
            <a:lvl1pPr algn="r">
              <a:defRPr sz="105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ECDA1150-83F3-4617-A541-A5EC45BE0538}" type="slidenum">
              <a:rPr lang="pt-PT" smtClean="0"/>
              <a:pPr/>
              <a:t>‹nº›</a:t>
            </a:fld>
            <a:endParaRPr lang="pt-P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7E9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43800" y="6400800"/>
            <a:ext cx="2133600" cy="365125"/>
          </a:xfrm>
          <a:prstGeom prst="rect">
            <a:avLst/>
          </a:prstGeom>
        </p:spPr>
        <p:txBody>
          <a:bodyPr/>
          <a:lstStyle>
            <a:lvl1pPr algn="r">
              <a:defRPr sz="105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ECDA1150-83F3-4617-A541-A5EC45BE0538}" type="slidenum">
              <a:rPr lang="pt-PT" smtClean="0"/>
              <a:pPr/>
              <a:t>‹nº›</a:t>
            </a:fld>
            <a:endParaRPr lang="pt-P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513" y="4876800"/>
            <a:ext cx="5943600" cy="566738"/>
          </a:xfrm>
        </p:spPr>
        <p:txBody>
          <a:bodyPr anchor="b"/>
          <a:lstStyle>
            <a:lvl1pPr algn="l">
              <a:defRPr sz="2000" b="1">
                <a:solidFill>
                  <a:srgbClr val="007E9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41513" y="762000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pt-PT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513" y="54435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/>
          <p:cNvSpPr txBox="1">
            <a:spLocks/>
          </p:cNvSpPr>
          <p:nvPr userDrawn="1"/>
        </p:nvSpPr>
        <p:spPr bwMode="auto">
          <a:xfrm>
            <a:off x="230188" y="142877"/>
            <a:ext cx="8915400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007E96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Click to edit Master title style</a:t>
            </a:r>
            <a:endParaRPr kumimoji="0" lang="pt-PT" sz="1600" b="1" i="0" u="none" strike="noStrike" kern="0" cap="none" spc="0" normalizeH="0" baseline="0" noProof="0">
              <a:ln>
                <a:noFill/>
              </a:ln>
              <a:solidFill>
                <a:srgbClr val="007E96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43800" y="6400800"/>
            <a:ext cx="2133600" cy="365125"/>
          </a:xfrm>
          <a:prstGeom prst="rect">
            <a:avLst/>
          </a:prstGeom>
        </p:spPr>
        <p:txBody>
          <a:bodyPr/>
          <a:lstStyle>
            <a:lvl1pPr algn="r">
              <a:defRPr sz="105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ECDA1150-83F3-4617-A541-A5EC45BE0538}" type="slidenum">
              <a:rPr lang="pt-PT" smtClean="0"/>
              <a:pPr/>
              <a:t>‹nº›</a:t>
            </a:fld>
            <a:endParaRPr lang="pt-P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0188" y="142877"/>
            <a:ext cx="8915400" cy="487363"/>
          </a:xfrm>
        </p:spPr>
        <p:txBody>
          <a:bodyPr/>
          <a:lstStyle>
            <a:lvl1pPr>
              <a:defRPr>
                <a:solidFill>
                  <a:srgbClr val="007E9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066800" y="1371602"/>
            <a:ext cx="4076700" cy="4525963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sz="1600" dirty="0" smtClean="0"/>
            </a:lvl3pPr>
            <a:lvl4pPr>
              <a:defRPr lang="en-US" sz="1400" dirty="0" smtClean="0"/>
            </a:lvl4pPr>
            <a:lvl5pPr>
              <a:defRPr lang="pt-PT" sz="1400" dirty="0"/>
            </a:lvl5pPr>
          </a:lstStyle>
          <a:p>
            <a:pPr lvl="0">
              <a:buClr>
                <a:srgbClr val="007E96"/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/>
              <a:t>Click to edit Master text styles</a:t>
            </a:r>
          </a:p>
          <a:p>
            <a:pPr lvl="1">
              <a:buClr>
                <a:srgbClr val="007E96"/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/>
              <a:t>Second level</a:t>
            </a:r>
          </a:p>
          <a:p>
            <a:pPr lvl="2">
              <a:buClr>
                <a:srgbClr val="007E96"/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/>
              <a:t>Third level</a:t>
            </a:r>
          </a:p>
          <a:p>
            <a:pPr lvl="3">
              <a:buClr>
                <a:srgbClr val="007E96"/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/>
              <a:t>Fourth level</a:t>
            </a:r>
          </a:p>
          <a:p>
            <a:pPr lvl="4">
              <a:buClr>
                <a:srgbClr val="007E96"/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/>
              <a:t>Fifth level</a:t>
            </a:r>
            <a:endParaRPr lang="pt-PT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5295900" y="1371600"/>
            <a:ext cx="4076700" cy="2185988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800" dirty="0" smtClean="0"/>
            </a:lvl1pPr>
            <a:lvl2pPr>
              <a:defRPr lang="en-US" sz="1800" dirty="0" smtClean="0"/>
            </a:lvl2pPr>
            <a:lvl3pPr>
              <a:defRPr lang="en-US" sz="1400" dirty="0" smtClean="0"/>
            </a:lvl3pPr>
            <a:lvl4pPr>
              <a:defRPr lang="en-US" sz="1200" dirty="0" smtClean="0"/>
            </a:lvl4pPr>
            <a:lvl5pPr>
              <a:defRPr lang="pt-PT" sz="1200" dirty="0"/>
            </a:lvl5pPr>
          </a:lstStyle>
          <a:p>
            <a:pPr lvl="0">
              <a:buClr>
                <a:srgbClr val="007E96"/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/>
              <a:t>Click to edit Master text styles</a:t>
            </a:r>
          </a:p>
          <a:p>
            <a:pPr lvl="1">
              <a:buClr>
                <a:srgbClr val="007E96"/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/>
              <a:t>Second level</a:t>
            </a:r>
          </a:p>
          <a:p>
            <a:pPr lvl="2">
              <a:buClr>
                <a:srgbClr val="007E96"/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/>
              <a:t>Third level</a:t>
            </a:r>
          </a:p>
          <a:p>
            <a:pPr lvl="3">
              <a:buClr>
                <a:srgbClr val="007E96"/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/>
              <a:t>Fourth level</a:t>
            </a:r>
          </a:p>
          <a:p>
            <a:pPr lvl="4">
              <a:buClr>
                <a:srgbClr val="007E96"/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/>
              <a:t>Fifth level</a:t>
            </a:r>
            <a:endParaRPr lang="pt-PT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5295900" y="3709990"/>
            <a:ext cx="4076700" cy="2187575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800" dirty="0" smtClean="0"/>
            </a:lvl1pPr>
            <a:lvl2pPr>
              <a:defRPr lang="en-US" sz="1800" dirty="0" smtClean="0"/>
            </a:lvl2pPr>
            <a:lvl3pPr>
              <a:defRPr lang="en-US" sz="1400" dirty="0" smtClean="0"/>
            </a:lvl3pPr>
            <a:lvl4pPr>
              <a:defRPr lang="en-US" sz="1200" dirty="0" smtClean="0"/>
            </a:lvl4pPr>
            <a:lvl5pPr>
              <a:defRPr lang="pt-PT" sz="1200" dirty="0"/>
            </a:lvl5pPr>
          </a:lstStyle>
          <a:p>
            <a:pPr lvl="0">
              <a:buClr>
                <a:srgbClr val="007E96"/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/>
              <a:t>Click to edit Master text styles</a:t>
            </a:r>
          </a:p>
          <a:p>
            <a:pPr lvl="1">
              <a:buClr>
                <a:srgbClr val="007E96"/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/>
              <a:t>Second level</a:t>
            </a:r>
          </a:p>
          <a:p>
            <a:pPr lvl="2">
              <a:buClr>
                <a:srgbClr val="007E96"/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/>
              <a:t>Third level</a:t>
            </a:r>
          </a:p>
          <a:p>
            <a:pPr lvl="3">
              <a:buClr>
                <a:srgbClr val="007E96"/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/>
              <a:t>Fourth level</a:t>
            </a:r>
          </a:p>
          <a:p>
            <a:pPr lvl="4">
              <a:buClr>
                <a:srgbClr val="007E96"/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/>
              <a:t>Fifth level</a:t>
            </a:r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43800" y="6400800"/>
            <a:ext cx="2133600" cy="365125"/>
          </a:xfrm>
          <a:prstGeom prst="rect">
            <a:avLst/>
          </a:prstGeom>
        </p:spPr>
        <p:txBody>
          <a:bodyPr/>
          <a:lstStyle>
            <a:lvl1pPr algn="r">
              <a:defRPr sz="105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ECDA1150-83F3-4617-A541-A5EC45BE0538}" type="slidenum">
              <a:rPr lang="pt-PT" smtClean="0"/>
              <a:pPr/>
              <a:t>‹nº›</a:t>
            </a:fld>
            <a:endParaRPr lang="pt-P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886200" y="3486150"/>
            <a:ext cx="5029200" cy="1085850"/>
          </a:xfrm>
        </p:spPr>
        <p:txBody>
          <a:bodyPr lIns="0" tIns="0" rIns="0" bIns="0" anchor="t"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43800" y="6400800"/>
            <a:ext cx="2133600" cy="365125"/>
          </a:xfrm>
          <a:prstGeom prst="rect">
            <a:avLst/>
          </a:prstGeom>
        </p:spPr>
        <p:txBody>
          <a:bodyPr/>
          <a:lstStyle>
            <a:lvl1pPr algn="r">
              <a:defRPr sz="105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ECDA1150-83F3-4617-A541-A5EC45BE0538}" type="slidenum">
              <a:rPr lang="pt-PT" smtClean="0"/>
              <a:pPr/>
              <a:t>‹nº›</a:t>
            </a:fld>
            <a:endParaRPr lang="pt-P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jpe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40870"/>
            <a:ext cx="9906000" cy="651377"/>
          </a:xfrm>
          <a:prstGeom prst="rect">
            <a:avLst/>
          </a:prstGeom>
        </p:spPr>
      </p:pic>
      <p:pic>
        <p:nvPicPr>
          <p:cNvPr id="1026" name="Picture 16" descr="topo PPT ESS"/>
          <p:cNvPicPr>
            <a:picLocks noChangeAspect="1" noChangeArrowheads="1"/>
          </p:cNvPicPr>
          <p:nvPr/>
        </p:nvPicPr>
        <p:blipFill>
          <a:blip r:embed="rId11" cstate="print"/>
          <a:srcRect l="53403" r="26923"/>
          <a:stretch>
            <a:fillRect/>
          </a:stretch>
        </p:blipFill>
        <p:spPr bwMode="auto">
          <a:xfrm>
            <a:off x="0" y="2"/>
            <a:ext cx="9906000" cy="665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30188" y="142877"/>
            <a:ext cx="8915400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66800" y="1371602"/>
            <a:ext cx="8305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43800" y="6400800"/>
            <a:ext cx="2133600" cy="365125"/>
          </a:xfrm>
          <a:prstGeom prst="rect">
            <a:avLst/>
          </a:prstGeom>
        </p:spPr>
        <p:txBody>
          <a:bodyPr/>
          <a:lstStyle>
            <a:lvl1pPr algn="r">
              <a:defRPr sz="105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ECDA1150-83F3-4617-A541-A5EC45BE0538}" type="slidenum">
              <a:rPr lang="pt-PT" smtClean="0"/>
              <a:pPr/>
              <a:t>‹nº›</a:t>
            </a:fld>
            <a:endParaRPr lang="pt-P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46" r:id="rId2"/>
    <p:sldLayoutId id="2147483748" r:id="rId3"/>
    <p:sldLayoutId id="2147483749" r:id="rId4"/>
    <p:sldLayoutId id="2147483750" r:id="rId5"/>
    <p:sldLayoutId id="2147483753" r:id="rId6"/>
    <p:sldLayoutId id="2147483756" r:id="rId7"/>
    <p:sldLayoutId id="2147483769" r:id="rId8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1600" b="1">
          <a:solidFill>
            <a:srgbClr val="007E96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1600" b="1">
          <a:solidFill>
            <a:srgbClr val="006479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1600" b="1">
          <a:solidFill>
            <a:srgbClr val="006479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1600" b="1">
          <a:solidFill>
            <a:srgbClr val="006479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1600" b="1">
          <a:solidFill>
            <a:srgbClr val="006479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1600" b="1">
          <a:solidFill>
            <a:srgbClr val="006479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1600" b="1">
          <a:solidFill>
            <a:srgbClr val="006479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1600" b="1">
          <a:solidFill>
            <a:srgbClr val="006479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1600" b="1">
          <a:solidFill>
            <a:srgbClr val="006479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SzPct val="80000"/>
        <a:buBlip>
          <a:blip r:embed="rId12"/>
        </a:buBlip>
        <a:defRPr sz="2000">
          <a:solidFill>
            <a:srgbClr val="777777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186774"/>
        </a:buClr>
        <a:buFont typeface="Arial" charset="0"/>
        <a:buChar char="›"/>
        <a:defRPr sz="2000">
          <a:solidFill>
            <a:srgbClr val="333333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105000"/>
        <a:buFont typeface="Arial" charset="0"/>
        <a:buChar char="•"/>
        <a:defRPr>
          <a:solidFill>
            <a:srgbClr val="4D4D4D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186774"/>
        </a:buClr>
        <a:buFont typeface="Arial" charset="0"/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rgbClr val="186774"/>
        </a:buClr>
        <a:buFont typeface="Arial" charset="0"/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rgbClr val="186774"/>
        </a:buClr>
        <a:buFont typeface="Arial" charset="0"/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rgbClr val="186774"/>
        </a:buClr>
        <a:buFont typeface="Arial" charset="0"/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rgbClr val="186774"/>
        </a:buClr>
        <a:buFont typeface="Arial" charset="0"/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486682" y="3821668"/>
            <a:ext cx="62762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2000" b="1" dirty="0">
                <a:solidFill>
                  <a:srgbClr val="777777"/>
                </a:solidFill>
                <a:latin typeface="Arial" pitchFamily="34" charset="0"/>
                <a:ea typeface="+mj-ea"/>
                <a:cs typeface="Arial" pitchFamily="34" charset="0"/>
              </a:rPr>
              <a:t>Direção de Sistemas e Tecnologias de Informação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3175" y="4797152"/>
            <a:ext cx="3185487" cy="36933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pt-PT" i="1" dirty="0">
                <a:solidFill>
                  <a:srgbClr val="777777"/>
                </a:solidFill>
                <a:latin typeface="Arial"/>
                <a:ea typeface="+mj-ea"/>
                <a:cs typeface="Arial"/>
              </a:rPr>
              <a:t>Utilização </a:t>
            </a:r>
            <a:r>
              <a:rPr lang="pt-PT" i="1" dirty="0" err="1">
                <a:solidFill>
                  <a:srgbClr val="777777"/>
                </a:solidFill>
                <a:latin typeface="Arial"/>
                <a:ea typeface="+mj-ea"/>
                <a:cs typeface="Arial"/>
              </a:rPr>
              <a:t>Logging</a:t>
            </a:r>
            <a:r>
              <a:rPr lang="pt-PT" i="1" dirty="0">
                <a:solidFill>
                  <a:srgbClr val="777777"/>
                </a:solidFill>
                <a:latin typeface="Arial"/>
                <a:ea typeface="+mj-ea"/>
                <a:cs typeface="Arial"/>
              </a:rPr>
              <a:t> </a:t>
            </a:r>
            <a:r>
              <a:rPr lang="pt-PT" i="1" dirty="0" err="1">
                <a:solidFill>
                  <a:srgbClr val="777777"/>
                </a:solidFill>
                <a:latin typeface="Arial"/>
                <a:ea typeface="+mj-ea"/>
                <a:cs typeface="Arial"/>
              </a:rPr>
              <a:t>Dynatrace</a:t>
            </a:r>
            <a:endParaRPr lang="en-US" dirty="0">
              <a:ea typeface="+mj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CDF2C-D3BE-44AE-B33E-95B99F162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err="1"/>
              <a:t>Logging</a:t>
            </a:r>
            <a:r>
              <a:rPr lang="pt-PT" dirty="0"/>
              <a:t> – Como usar? – parte 1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753418-FE85-428F-BDDD-0C482A2BF9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7285" y="836629"/>
            <a:ext cx="8610600" cy="4953000"/>
          </a:xfrm>
        </p:spPr>
        <p:txBody>
          <a:bodyPr/>
          <a:lstStyle/>
          <a:p>
            <a:pPr marL="457200" lvl="1" indent="0">
              <a:buNone/>
            </a:pPr>
            <a:endParaRPr lang="pt-PT" dirty="0">
              <a:cs typeface="Arial"/>
            </a:endParaRPr>
          </a:p>
          <a:p>
            <a:pPr lvl="1"/>
            <a:r>
              <a:rPr lang="pt-PT" dirty="0">
                <a:cs typeface="Arial"/>
              </a:rPr>
              <a:t>Modulo “</a:t>
            </a:r>
            <a:r>
              <a:rPr lang="pt-PT" b="1" dirty="0" err="1">
                <a:cs typeface="Arial"/>
              </a:rPr>
              <a:t>Logging_LIB</a:t>
            </a:r>
            <a:r>
              <a:rPr lang="pt-PT" dirty="0">
                <a:cs typeface="Arial"/>
              </a:rPr>
              <a:t>” -&gt; Ação “</a:t>
            </a:r>
            <a:r>
              <a:rPr lang="pt-PT" b="1" dirty="0">
                <a:cs typeface="Arial"/>
              </a:rPr>
              <a:t>Log”</a:t>
            </a:r>
          </a:p>
          <a:p>
            <a:pPr lvl="1"/>
            <a:r>
              <a:rPr lang="pt-PT" dirty="0">
                <a:cs typeface="Arial"/>
              </a:rPr>
              <a:t>Puxar a referencia “</a:t>
            </a:r>
            <a:r>
              <a:rPr lang="pt-PT" b="1" dirty="0" err="1">
                <a:cs typeface="Arial"/>
              </a:rPr>
              <a:t>LoggingLevel</a:t>
            </a:r>
            <a:r>
              <a:rPr lang="pt-PT" dirty="0">
                <a:cs typeface="Arial"/>
              </a:rPr>
              <a:t>” para definir o Tipo de Log</a:t>
            </a:r>
          </a:p>
          <a:p>
            <a:pPr lvl="1"/>
            <a:endParaRPr lang="pt-PT" dirty="0">
              <a:cs typeface="Arial"/>
            </a:endParaRPr>
          </a:p>
          <a:p>
            <a:pPr lvl="1"/>
            <a:endParaRPr lang="pt-PT" dirty="0">
              <a:cs typeface="Arial"/>
            </a:endParaRPr>
          </a:p>
          <a:p>
            <a:pPr lvl="1"/>
            <a:endParaRPr lang="pt-PT" dirty="0">
              <a:cs typeface="Arial"/>
            </a:endParaRPr>
          </a:p>
          <a:p>
            <a:pPr lvl="1"/>
            <a:endParaRPr lang="pt-PT" dirty="0">
              <a:cs typeface="Arial"/>
            </a:endParaRPr>
          </a:p>
          <a:p>
            <a:pPr marL="1771650" lvl="3" indent="-285750"/>
            <a:endParaRPr lang="pt-PT" dirty="0">
              <a:solidFill>
                <a:srgbClr val="000000"/>
              </a:solidFill>
              <a:cs typeface="Arial"/>
            </a:endParaRPr>
          </a:p>
          <a:p>
            <a:pPr marL="1485900" lvl="3" indent="0">
              <a:buNone/>
            </a:pPr>
            <a:endParaRPr lang="pt-PT" dirty="0">
              <a:solidFill>
                <a:srgbClr val="000000"/>
              </a:solidFill>
              <a:cs typeface="Arial"/>
            </a:endParaRPr>
          </a:p>
          <a:p>
            <a:pPr marL="1771650" lvl="3" indent="-285750"/>
            <a:endParaRPr lang="pt-PT" dirty="0">
              <a:cs typeface="Arial"/>
            </a:endParaRPr>
          </a:p>
          <a:p>
            <a:pPr marL="1771650" lvl="3" indent="-285750"/>
            <a:endParaRPr lang="pt-PT" dirty="0">
              <a:solidFill>
                <a:srgbClr val="000000"/>
              </a:solidFill>
              <a:cs typeface="Arial"/>
            </a:endParaRPr>
          </a:p>
          <a:p>
            <a:pPr marL="1771650" lvl="3" indent="-285750"/>
            <a:endParaRPr lang="pt-PT" dirty="0">
              <a:solidFill>
                <a:srgbClr val="000000"/>
              </a:solidFill>
              <a:cs typeface="Arial"/>
            </a:endParaRPr>
          </a:p>
          <a:p>
            <a:pPr marL="1771650" lvl="3" indent="-285750"/>
            <a:endParaRPr lang="pt-PT" dirty="0">
              <a:solidFill>
                <a:srgbClr val="000000"/>
              </a:solidFill>
              <a:cs typeface="Arial"/>
            </a:endParaRPr>
          </a:p>
          <a:p>
            <a:pPr marL="1771650" lvl="3" indent="-285750"/>
            <a:endParaRPr lang="pt-PT" dirty="0">
              <a:solidFill>
                <a:srgbClr val="000000"/>
              </a:solidFill>
              <a:cs typeface="Arial"/>
            </a:endParaRPr>
          </a:p>
          <a:p>
            <a:endParaRPr lang="en-US" dirty="0"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C78B6A-6B8B-47A9-8F5C-2D6BE7CA79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CDA1150-83F3-4617-A541-A5EC45BE0538}" type="slidenum">
              <a:rPr lang="pt-PT" smtClean="0"/>
              <a:pPr/>
              <a:t>2</a:t>
            </a:fld>
            <a:endParaRPr lang="pt-PT"/>
          </a:p>
        </p:txBody>
      </p:sp>
      <p:pic>
        <p:nvPicPr>
          <p:cNvPr id="6" name="Marcador de Posição de Conteúdo 4">
            <a:extLst>
              <a:ext uri="{FF2B5EF4-FFF2-40B4-BE49-F238E27FC236}">
                <a16:creationId xmlns:a16="http://schemas.microsoft.com/office/drawing/2014/main" id="{F0D2D24D-8C26-4F01-BF23-002728C333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572529" y="2418750"/>
            <a:ext cx="4760941" cy="32718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6734365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BBD38-9CBE-452C-8ECF-0770A4C12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err="1"/>
              <a:t>Logging</a:t>
            </a:r>
            <a:r>
              <a:rPr lang="pt-PT" dirty="0"/>
              <a:t> – Como usar? – parte 2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27BBA4-0237-4720-A2A6-59E5A399FB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4">
              <a:buFont typeface="Wingdings" panose="05000000000000000000" pitchFamily="2" charset="2"/>
              <a:buChar char="§"/>
            </a:pPr>
            <a:endParaRPr lang="pt-PT" dirty="0">
              <a:solidFill>
                <a:srgbClr val="4D4D4D"/>
              </a:solidFill>
              <a:cs typeface="Arial"/>
            </a:endParaRPr>
          </a:p>
          <a:p>
            <a:r>
              <a:rPr lang="pt-PT" dirty="0"/>
              <a:t>O campo “</a:t>
            </a:r>
            <a:r>
              <a:rPr lang="pt-PT" dirty="0" err="1"/>
              <a:t>Attributes</a:t>
            </a:r>
            <a:r>
              <a:rPr lang="pt-PT" dirty="0"/>
              <a:t>” é utilizado para enviar campos adicionais para o Log</a:t>
            </a:r>
          </a:p>
          <a:p>
            <a:pPr lvl="1"/>
            <a:r>
              <a:rPr lang="pt-PT" dirty="0" err="1">
                <a:solidFill>
                  <a:srgbClr val="777777"/>
                </a:solidFill>
                <a:ea typeface="+mn-ea"/>
                <a:cs typeface="+mn-cs"/>
              </a:rPr>
              <a:t>Key</a:t>
            </a:r>
            <a:r>
              <a:rPr lang="pt-PT" dirty="0">
                <a:solidFill>
                  <a:srgbClr val="777777"/>
                </a:solidFill>
                <a:ea typeface="+mn-ea"/>
                <a:cs typeface="+mn-cs"/>
              </a:rPr>
              <a:t>/</a:t>
            </a:r>
            <a:r>
              <a:rPr lang="pt-PT" dirty="0" err="1">
                <a:solidFill>
                  <a:srgbClr val="777777"/>
                </a:solidFill>
                <a:ea typeface="+mn-ea"/>
                <a:cs typeface="+mn-cs"/>
              </a:rPr>
              <a:t>value</a:t>
            </a:r>
            <a:r>
              <a:rPr lang="pt-PT" dirty="0">
                <a:solidFill>
                  <a:srgbClr val="777777"/>
                </a:solidFill>
                <a:ea typeface="+mn-ea"/>
                <a:cs typeface="+mn-cs"/>
              </a:rPr>
              <a:t> </a:t>
            </a:r>
            <a:r>
              <a:rPr lang="pt-PT" dirty="0" err="1">
                <a:solidFill>
                  <a:srgbClr val="777777"/>
                </a:solidFill>
                <a:ea typeface="+mn-ea"/>
                <a:cs typeface="+mn-cs"/>
              </a:rPr>
              <a:t>pair</a:t>
            </a:r>
            <a:r>
              <a:rPr lang="pt-PT" dirty="0">
                <a:solidFill>
                  <a:srgbClr val="777777"/>
                </a:solidFill>
                <a:ea typeface="+mn-ea"/>
                <a:cs typeface="+mn-cs"/>
              </a:rPr>
              <a:t> </a:t>
            </a:r>
          </a:p>
          <a:p>
            <a:r>
              <a:rPr lang="pt-PT" dirty="0">
                <a:solidFill>
                  <a:srgbClr val="777777"/>
                </a:solidFill>
                <a:ea typeface="+mn-ea"/>
                <a:cs typeface="+mn-cs"/>
              </a:rPr>
              <a:t>Relativamente ao </a:t>
            </a:r>
            <a:r>
              <a:rPr lang="pt-PT" dirty="0" err="1">
                <a:solidFill>
                  <a:srgbClr val="777777"/>
                </a:solidFill>
                <a:ea typeface="+mn-ea"/>
                <a:cs typeface="+mn-cs"/>
              </a:rPr>
              <a:t>LoggingLevelId</a:t>
            </a:r>
            <a:r>
              <a:rPr lang="pt-PT" dirty="0"/>
              <a:t>, é importante enviar o tipo de Log correto</a:t>
            </a:r>
            <a:endParaRPr lang="pt-PT" dirty="0">
              <a:solidFill>
                <a:srgbClr val="777777"/>
              </a:solidFill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71547C-748C-47E7-8A83-614C66DF0B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CDA1150-83F3-4617-A541-A5EC45BE0538}" type="slidenum">
              <a:rPr lang="pt-PT" smtClean="0"/>
              <a:pPr/>
              <a:t>3</a:t>
            </a:fld>
            <a:endParaRPr lang="pt-PT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6889039F-8092-6F77-1C8B-375E359D19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0102" y="3571526"/>
            <a:ext cx="3927607" cy="1784583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24AC5B88-9669-1F68-399C-C1E706F054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8496" y="3002132"/>
            <a:ext cx="1263558" cy="3246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9353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D3C41-B0F2-4D30-8EEE-525B7C192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Arquitetura – Permissões – Tipos de Log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2CF1E7-D668-4073-9B76-C5A2AB08F2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1311" y="814526"/>
            <a:ext cx="8610600" cy="4953000"/>
          </a:xfrm>
        </p:spPr>
        <p:txBody>
          <a:bodyPr/>
          <a:lstStyle/>
          <a:p>
            <a:pPr marL="0" indent="0">
              <a:buNone/>
            </a:pPr>
            <a:r>
              <a:rPr lang="pt-PT" dirty="0"/>
              <a:t>Tipos de Log para invocar a função outsystems: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D6EC0B-10C7-437D-84A3-AA93EC3D9C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CDA1150-83F3-4617-A541-A5EC45BE0538}" type="slidenum">
              <a:rPr lang="pt-PT" smtClean="0"/>
              <a:pPr/>
              <a:t>4</a:t>
            </a:fld>
            <a:endParaRPr lang="pt-PT"/>
          </a:p>
        </p:txBody>
      </p:sp>
      <p:graphicFrame>
        <p:nvGraphicFramePr>
          <p:cNvPr id="6" name="Tabela 6">
            <a:extLst>
              <a:ext uri="{FF2B5EF4-FFF2-40B4-BE49-F238E27FC236}">
                <a16:creationId xmlns:a16="http://schemas.microsoft.com/office/drawing/2014/main" id="{7699C88A-A5B2-C12C-3802-0A52D2761E96}"/>
              </a:ext>
            </a:extLst>
          </p:cNvPr>
          <p:cNvGraphicFramePr>
            <a:graphicFrameLocks noGrp="1"/>
          </p:cNvGraphicFramePr>
          <p:nvPr/>
        </p:nvGraphicFramePr>
        <p:xfrm>
          <a:off x="826100" y="1589100"/>
          <a:ext cx="7865137" cy="45720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329307">
                  <a:extLst>
                    <a:ext uri="{9D8B030D-6E8A-4147-A177-3AD203B41FA5}">
                      <a16:colId xmlns:a16="http://schemas.microsoft.com/office/drawing/2014/main" val="1021418200"/>
                    </a:ext>
                  </a:extLst>
                </a:gridCol>
                <a:gridCol w="5535830">
                  <a:extLst>
                    <a:ext uri="{9D8B030D-6E8A-4147-A177-3AD203B41FA5}">
                      <a16:colId xmlns:a16="http://schemas.microsoft.com/office/drawing/2014/main" val="4097613811"/>
                    </a:ext>
                  </a:extLst>
                </a:gridCol>
              </a:tblGrid>
              <a:tr h="333090">
                <a:tc>
                  <a:txBody>
                    <a:bodyPr/>
                    <a:lstStyle/>
                    <a:p>
                      <a:r>
                        <a:rPr lang="pt-PT" sz="1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Nivel</a:t>
                      </a:r>
                      <a:endParaRPr lang="pt-PT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dirty="0"/>
                        <a:t>Descrição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0872070"/>
                  </a:ext>
                </a:extLst>
              </a:tr>
              <a:tr h="582908">
                <a:tc>
                  <a:txBody>
                    <a:bodyPr/>
                    <a:lstStyle/>
                    <a:p>
                      <a:r>
                        <a:rPr lang="pt-PT" sz="1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Verbose</a:t>
                      </a:r>
                      <a:endParaRPr lang="pt-PT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dirty="0"/>
                        <a:t>Máximo de informação possível, obtendo uma visão minuciosa do funcionamento da aplicação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5737400"/>
                  </a:ext>
                </a:extLst>
              </a:tr>
              <a:tr h="582908">
                <a:tc>
                  <a:txBody>
                    <a:bodyPr/>
                    <a:lstStyle/>
                    <a:p>
                      <a:r>
                        <a:rPr lang="pt-PT" dirty="0" err="1"/>
                        <a:t>Debug</a:t>
                      </a:r>
                      <a:endParaRPr lang="pt-P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dirty="0"/>
                        <a:t>Informação necessária a diagnosticar problemas na aplicação.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0638804"/>
                  </a:ext>
                </a:extLst>
              </a:tr>
              <a:tr h="582908">
                <a:tc>
                  <a:txBody>
                    <a:bodyPr/>
                    <a:lstStyle/>
                    <a:p>
                      <a:r>
                        <a:rPr lang="pt-PT" dirty="0" err="1"/>
                        <a:t>Information</a:t>
                      </a:r>
                      <a:endParaRPr lang="pt-P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dirty="0"/>
                        <a:t>Informação sobre acontecimentos do fluxo, Ex: qual utilizador pediu o </a:t>
                      </a:r>
                      <a:r>
                        <a:rPr lang="pt-PT" dirty="0" err="1"/>
                        <a:t>request</a:t>
                      </a:r>
                      <a:r>
                        <a:rPr lang="pt-PT" dirty="0"/>
                        <a:t> em questão.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4993089"/>
                  </a:ext>
                </a:extLst>
              </a:tr>
              <a:tr h="582908">
                <a:tc>
                  <a:txBody>
                    <a:bodyPr/>
                    <a:lstStyle/>
                    <a:p>
                      <a:r>
                        <a:rPr lang="pt-PT" dirty="0" err="1"/>
                        <a:t>Warning</a:t>
                      </a:r>
                      <a:r>
                        <a:rPr lang="pt-PT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dirty="0"/>
                        <a:t>Um aviso de que algo anormal aconteceu na aplicação mas que não gerou um erro.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7010481"/>
                  </a:ext>
                </a:extLst>
              </a:tr>
              <a:tr h="582908">
                <a:tc>
                  <a:txBody>
                    <a:bodyPr/>
                    <a:lstStyle/>
                    <a:p>
                      <a:r>
                        <a:rPr lang="pt-PT" dirty="0"/>
                        <a:t>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dirty="0"/>
                        <a:t>Um erro aplicacional que não impede a continuação do funcionamento.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7512973"/>
                  </a:ext>
                </a:extLst>
              </a:tr>
              <a:tr h="582908">
                <a:tc>
                  <a:txBody>
                    <a:bodyPr/>
                    <a:lstStyle/>
                    <a:p>
                      <a:r>
                        <a:rPr lang="pt-PT" dirty="0"/>
                        <a:t>Fatal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dirty="0"/>
                        <a:t>Um erro critico que impede o funcionamento da aplicação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7469588"/>
                  </a:ext>
                </a:extLst>
              </a:tr>
              <a:tr h="333090">
                <a:tc>
                  <a:txBody>
                    <a:bodyPr/>
                    <a:lstStyle/>
                    <a:p>
                      <a:r>
                        <a:rPr lang="pt-PT" dirty="0" err="1"/>
                        <a:t>None</a:t>
                      </a:r>
                      <a:endParaRPr lang="pt-P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dirty="0"/>
                        <a:t>O uso deste nível será ignorado.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09612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73114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663C41-9C79-F592-B717-DE58C8C01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Arquitetura – Permissões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6C4B35AB-7698-5AB5-80EF-C58128848D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dirty="0"/>
              <a:t>Existe hierarquia nos </a:t>
            </a:r>
            <a:r>
              <a:rPr lang="pt-PT" dirty="0" err="1"/>
              <a:t>Logs</a:t>
            </a:r>
            <a:r>
              <a:rPr lang="pt-PT" dirty="0"/>
              <a:t>, ou seja, caso o </a:t>
            </a:r>
            <a:r>
              <a:rPr lang="pt-PT" dirty="0" err="1"/>
              <a:t>logging</a:t>
            </a:r>
            <a:r>
              <a:rPr lang="pt-PT" dirty="0"/>
              <a:t> </a:t>
            </a:r>
            <a:r>
              <a:rPr lang="pt-PT" dirty="0" err="1"/>
              <a:t>level</a:t>
            </a:r>
            <a:r>
              <a:rPr lang="pt-PT" dirty="0"/>
              <a:t> seja “</a:t>
            </a:r>
            <a:r>
              <a:rPr lang="pt-PT" dirty="0" err="1"/>
              <a:t>Warning</a:t>
            </a:r>
            <a:r>
              <a:rPr lang="pt-PT" dirty="0"/>
              <a:t>”, vai ser </a:t>
            </a:r>
            <a:r>
              <a:rPr lang="pt-PT" dirty="0" err="1"/>
              <a:t>logado</a:t>
            </a:r>
            <a:r>
              <a:rPr lang="pt-PT" dirty="0"/>
              <a:t> os tipos de log “</a:t>
            </a:r>
            <a:r>
              <a:rPr lang="pt-PT" dirty="0" err="1"/>
              <a:t>Warning</a:t>
            </a:r>
            <a:r>
              <a:rPr lang="pt-PT" dirty="0"/>
              <a:t>”, “Error” e “Fatal” </a:t>
            </a:r>
          </a:p>
          <a:p>
            <a:r>
              <a:rPr lang="pt-PT" dirty="0"/>
              <a:t>Existe um </a:t>
            </a:r>
            <a:r>
              <a:rPr lang="pt-PT" dirty="0" err="1"/>
              <a:t>LoggingLevel</a:t>
            </a:r>
            <a:r>
              <a:rPr lang="pt-PT" dirty="0"/>
              <a:t> </a:t>
            </a:r>
            <a:r>
              <a:rPr lang="pt-PT" dirty="0" err="1"/>
              <a:t>default</a:t>
            </a:r>
            <a:r>
              <a:rPr lang="pt-PT" dirty="0"/>
              <a:t> que é usado para todas os eSpaces definido em Site </a:t>
            </a:r>
            <a:r>
              <a:rPr lang="pt-PT" dirty="0" err="1"/>
              <a:t>Property</a:t>
            </a:r>
            <a:endParaRPr lang="pt-PT" dirty="0"/>
          </a:p>
          <a:p>
            <a:r>
              <a:rPr lang="pt-PT" dirty="0"/>
              <a:t>Caso algum aplicação necessite de </a:t>
            </a:r>
            <a:r>
              <a:rPr lang="pt-PT" dirty="0" err="1"/>
              <a:t>logs</a:t>
            </a:r>
            <a:r>
              <a:rPr lang="pt-PT" dirty="0"/>
              <a:t> mais especifico, é possível aumentar o </a:t>
            </a:r>
            <a:r>
              <a:rPr lang="pt-PT" dirty="0" err="1"/>
              <a:t>LoggingLevel</a:t>
            </a:r>
            <a:r>
              <a:rPr lang="pt-PT" dirty="0"/>
              <a:t> do eSpace</a:t>
            </a:r>
          </a:p>
          <a:p>
            <a:r>
              <a:rPr lang="pt-PT" dirty="0"/>
              <a:t>É possível bloquear os </a:t>
            </a:r>
            <a:r>
              <a:rPr lang="pt-PT" dirty="0" err="1"/>
              <a:t>Logs</a:t>
            </a:r>
            <a:r>
              <a:rPr lang="pt-PT" dirty="0"/>
              <a:t> para uma determinada eSpace</a:t>
            </a:r>
          </a:p>
          <a:p>
            <a:endParaRPr lang="pt-PT" dirty="0"/>
          </a:p>
          <a:p>
            <a:endParaRPr lang="pt-PT" dirty="0"/>
          </a:p>
          <a:p>
            <a:r>
              <a:rPr lang="pt-PT" dirty="0"/>
              <a:t>Para alterar o tipo de permissão de um eSpace:</a:t>
            </a:r>
          </a:p>
          <a:p>
            <a:pPr lvl="1"/>
            <a:r>
              <a:rPr lang="en-US" dirty="0" err="1">
                <a:solidFill>
                  <a:srgbClr val="777777"/>
                </a:solidFill>
                <a:ea typeface="+mn-ea"/>
                <a:cs typeface="+mn-cs"/>
              </a:rPr>
              <a:t>Tabela</a:t>
            </a:r>
            <a:r>
              <a:rPr lang="en-US">
                <a:solidFill>
                  <a:srgbClr val="777777"/>
                </a:solidFill>
                <a:ea typeface="+mn-ea"/>
                <a:cs typeface="+mn-cs"/>
              </a:rPr>
              <a:t>: LoggingException</a:t>
            </a:r>
            <a:endParaRPr lang="pt-PT" dirty="0">
              <a:solidFill>
                <a:srgbClr val="777777"/>
              </a:solidFill>
              <a:ea typeface="+mn-ea"/>
              <a:cs typeface="+mn-cs"/>
            </a:endParaRP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4C72ACE7-6446-DB54-7864-DD9DFED965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CDA1150-83F3-4617-A541-A5EC45BE0538}" type="slidenum">
              <a:rPr lang="pt-PT" smtClean="0"/>
              <a:pPr/>
              <a:t>5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39286920"/>
      </p:ext>
    </p:extLst>
  </p:cSld>
  <p:clrMapOvr>
    <a:masterClrMapping/>
  </p:clrMapOvr>
</p:sld>
</file>

<file path=ppt/theme/theme1.xml><?xml version="1.0" encoding="utf-8"?>
<a:theme xmlns:a="http://schemas.openxmlformats.org/drawingml/2006/main" name="DSTI.LSACE.Modelo.Apresentação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A7ACD8914088546AE32FC09CE139217" ma:contentTypeVersion="18" ma:contentTypeDescription="Criar um novo documento." ma:contentTypeScope="" ma:versionID="d61aaa1c868b05f1edca88adf1cae254">
  <xsd:schema xmlns:xsd="http://www.w3.org/2001/XMLSchema" xmlns:xs="http://www.w3.org/2001/XMLSchema" xmlns:p="http://schemas.microsoft.com/office/2006/metadata/properties" xmlns:ns2="d12fdda5-4668-4f22-abe8-57cec5292017" xmlns:ns3="42d9d9ab-7503-4dd2-8719-1536b9cc2e39" targetNamespace="http://schemas.microsoft.com/office/2006/metadata/properties" ma:root="true" ma:fieldsID="36109b2ac23a2f7e6dbb8bd83ed899fa" ns2:_="" ns3:_="">
    <xsd:import namespace="d12fdda5-4668-4f22-abe8-57cec5292017"/>
    <xsd:import namespace="42d9d9ab-7503-4dd2-8719-1536b9cc2e3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2fdda5-4668-4f22-abe8-57cec529201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Etiquetas de Imagem" ma:readOnly="false" ma:fieldId="{5cf76f15-5ced-4ddc-b409-7134ff3c332f}" ma:taxonomyMulti="true" ma:sspId="83fcd46e-b236-44c0-9dde-122c56334ad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d9d9ab-7503-4dd2-8719-1536b9cc2e39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hes de 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68457184-0592-4c73-9797-4a482d6c34e3}" ma:internalName="TaxCatchAll" ma:showField="CatchAllData" ma:web="42d9d9ab-7503-4dd2-8719-1536b9cc2e3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42d9d9ab-7503-4dd2-8719-1536b9cc2e39">
      <UserInfo>
        <DisplayName/>
        <AccountId xsi:nil="true"/>
        <AccountType/>
      </UserInfo>
    </SharedWithUsers>
    <TaxCatchAll xmlns="42d9d9ab-7503-4dd2-8719-1536b9cc2e39" xsi:nil="true"/>
    <lcf76f155ced4ddcb4097134ff3c332f xmlns="d12fdda5-4668-4f22-abe8-57cec5292017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1C097240-E116-4BD1-BF59-FC69F232F213}"/>
</file>

<file path=customXml/itemProps2.xml><?xml version="1.0" encoding="utf-8"?>
<ds:datastoreItem xmlns:ds="http://schemas.openxmlformats.org/officeDocument/2006/customXml" ds:itemID="{C9188C9D-C2B1-4698-8781-2C5617B18E4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92974F0-8418-4B76-AA3A-6CEAE260AC9A}">
  <ds:schemaRefs>
    <ds:schemaRef ds:uri="42d9d9ab-7503-4dd2-8719-1536b9cc2e39"/>
    <ds:schemaRef ds:uri="d12fdda5-4668-4f22-abe8-57cec5292017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113</TotalTime>
  <Words>277</Words>
  <Application>Microsoft Office PowerPoint</Application>
  <PresentationFormat>Papel A4 (210x297 mm)</PresentationFormat>
  <Paragraphs>52</Paragraphs>
  <Slides>5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5</vt:i4>
      </vt:variant>
    </vt:vector>
  </HeadingPairs>
  <TitlesOfParts>
    <vt:vector size="8" baseType="lpstr">
      <vt:lpstr>Arial</vt:lpstr>
      <vt:lpstr>Wingdings</vt:lpstr>
      <vt:lpstr>DSTI.LSACE.Modelo.Apresentação</vt:lpstr>
      <vt:lpstr>Apresentação do PowerPoint</vt:lpstr>
      <vt:lpstr>Logging – Como usar? – parte 1</vt:lpstr>
      <vt:lpstr>Logging – Como usar? – parte 2</vt:lpstr>
      <vt:lpstr>Arquitetura – Permissões – Tipos de Log</vt:lpstr>
      <vt:lpstr>Arquitetura – Permissões</vt:lpstr>
    </vt:vector>
  </TitlesOfParts>
  <Company>Espírito Santo Saúde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dneves.inc</dc:creator>
  <cp:lastModifiedBy>Diogo Sousa ( LUZ SAUDE - DSTI )</cp:lastModifiedBy>
  <cp:revision>6</cp:revision>
  <dcterms:created xsi:type="dcterms:W3CDTF">2017-02-06T01:49:58Z</dcterms:created>
  <dcterms:modified xsi:type="dcterms:W3CDTF">2023-04-11T11:56:44Z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0x0101006A7ACD8914088546AE32FC09CE139217</vt:lpwstr>
  </property>
  <property fmtid="{D5CDD505-2E9C-101B-9397-08002B2CF9AE}" pid="3" name="Order">
    <vt:r8>164000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TemplateUrl">
    <vt:lpwstr/>
  </property>
  <property fmtid="{D5CDD505-2E9C-101B-9397-08002B2CF9AE}" pid="7" name="ComplianceAssetId">
    <vt:lpwstr/>
  </property>
  <property fmtid="{D5CDD505-2E9C-101B-9397-08002B2CF9AE}" pid="8" name="MediaServiceImageTags">
    <vt:lpwstr/>
  </property>
  <property fmtid="{D5CDD505-2E9C-101B-9397-08002B2CF9AE}" pid="9" name="MSIP_Label_92606be7-212f-4f2d-82f8-c23e50095b91_Enabled">
    <vt:lpwstr>true</vt:lpwstr>
  </property>
  <property fmtid="{D5CDD505-2E9C-101B-9397-08002B2CF9AE}" pid="10" name="MSIP_Label_92606be7-212f-4f2d-82f8-c23e50095b91_SetDate">
    <vt:lpwstr>2023-03-07T10:45:31Z</vt:lpwstr>
  </property>
  <property fmtid="{D5CDD505-2E9C-101B-9397-08002B2CF9AE}" pid="11" name="MSIP_Label_92606be7-212f-4f2d-82f8-c23e50095b91_Method">
    <vt:lpwstr>Standard</vt:lpwstr>
  </property>
  <property fmtid="{D5CDD505-2E9C-101B-9397-08002B2CF9AE}" pid="12" name="MSIP_Label_92606be7-212f-4f2d-82f8-c23e50095b91_Name">
    <vt:lpwstr>defa4170-0d19-0005-0004-bc88714345d2</vt:lpwstr>
  </property>
  <property fmtid="{D5CDD505-2E9C-101B-9397-08002B2CF9AE}" pid="13" name="MSIP_Label_92606be7-212f-4f2d-82f8-c23e50095b91_SiteId">
    <vt:lpwstr>6535fd21-1906-4157-a123-537338230b9e</vt:lpwstr>
  </property>
  <property fmtid="{D5CDD505-2E9C-101B-9397-08002B2CF9AE}" pid="14" name="MSIP_Label_92606be7-212f-4f2d-82f8-c23e50095b91_ActionId">
    <vt:lpwstr>41b960dd-cf61-40f8-b10c-c45b84a05bf8</vt:lpwstr>
  </property>
  <property fmtid="{D5CDD505-2E9C-101B-9397-08002B2CF9AE}" pid="15" name="MSIP_Label_92606be7-212f-4f2d-82f8-c23e50095b91_ContentBits">
    <vt:lpwstr>0</vt:lpwstr>
  </property>
</Properties>
</file>